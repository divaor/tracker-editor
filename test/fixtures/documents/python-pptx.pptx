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thanks to the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 Pérez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</a:t>
            </a:r>
          </a:p>
          <a:p>
            <a:pPr lvl="1"/>
            <a:r>
              <a:t>Mostly online</a:t>
            </a:r>
          </a:p>
          <a:p>
            <a:r>
              <a:t>Costs flat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508000" cy="25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